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　鋼結構設計｜考前總複習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拉力桿件與壓力桿件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一句話貫穿全單元：拉力桿件是「材料強度問題」，壓力桿件是「幾何穩定問題」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結構技師「鋼結構設計」考前總複習｜原理・公式・向量圖解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本單元四大主題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本質差異：穩定 vs 不穩定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受拉時擾動會自我回復，完全沒有挫屈問題；受壓時擾動被放大，材料還沒壞就先歪掉。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面積帳本：拉力三模式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全斷面降伏、淨斷面斷裂、塊狀剪力三者競爭取最小；差別在 Fy/Fu、Ag/Ae 與 φ 值。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幾何帳本：壓力三步驟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KL/r（雙軸取大）、再檢核寬厚比定 Q、最後由 λc 選對柱強度公式分支。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考場反射：草稿紙三行法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或 ASD？有側移或無側移？兩軸的 KL 與 r 列表——可避開九成計算陷阱。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同一根桿件、同一個擾動，為什麼受拉沒事、受壓卻垮了？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1-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183" y="1892808"/>
            <a:ext cx="5950634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受拉：軸力方向是把彎曲「拉直」，屬穩定平衡，所以強度與長度無關——長度做長 10 倍，φPn 完全不變。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受壓：軸力方向是把彎曲「推得更歪」，屬不穩定平衡，強度由 E、I、KL 決定——長度加倍，挫屈強度只剩 1/4。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因此拉力桿件永遠不必算細長比與挫屈；壓力桿件則反過來，材料降伏往往不是控制因素。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整體作答流程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拿到題目前 3 秒：先決定要開哪一本帳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讀題判斷桿件受力方向（拉力弦材、斜撐、吊桿 vs 柱、壓力弦材）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軸力是拉力還是壓力？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700784"/>
          </a:xfrm>
          <a:prstGeom prst="roundRect">
            <a:avLst>
              <a:gd name="adj" fmla="val 3763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【面積帳本】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問題＝斷面能不能全員出力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Ag / An / Ae / Anv、Ant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三種破壞模式取最小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700784"/>
          </a:xfrm>
          <a:prstGeom prst="roundRect">
            <a:avLst>
              <a:gd name="adj" fmla="val 3763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【幾何帳本】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問題＝壓壞前會不會先歪掉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KL/r（雙軸）→ 寬厚比 Q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由 λc 選公式分支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5056632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5056632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312664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312664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得到 φPn（或 Pn/Ω），與載重需求 Pu 比較 → 檢核合格與否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分帳錯了後面全錯：最常見的是把細長比檢核套到拉力桿件、或壓力桿件跑去扣螺栓孔。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拉力桿件解題流程：從斷面到 φPn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三條破壞路徑各算一次，取最小者控制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拉力桿件題目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畫斷面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 Ag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接合方式？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螺栓：扣孔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 = Ag − Σt(db+0.3)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銲接：不扣孔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 = 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有交錯孔？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加回 Σt·s²/4g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 U = 1 − x̄/L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Ae = U·An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GSY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0.90 Fy 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NSF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0.75 Fu Ae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BSR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0.75 塊狀剪力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0" name="Text 38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φPn = min(①,②,③)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銲接的陷阱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銲接不用扣孔不代表 U = 1。只要不是全斷面被銲住（例如角鋼只銲一肢），照樣要乘剪力遲滯係數 U。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三個必做的驗證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多條破壞路徑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直線與折線都要算，取淨寬最小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8" name="Text 4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有沒有漏乘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Ae = U·An，銲接接合同樣適用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塊狀剪力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端距短、螺栓少時常由 BSR 控制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拉力桿件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三種破壞模式的設計強度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全斷面降伏 GSY：整根伸長、延性預警足夠，φ 給得大方</a:t>
            </a:r>
            <a:endParaRPr lang="en-US" sz="1300" dirty="0"/>
          </a:p>
        </p:txBody>
      </p:sp>
      <p:pic>
        <p:nvPicPr>
          <p:cNvPr id="7" name="Image 0" descr="formula_imgs/f_g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616" y="1847088"/>
            <a:ext cx="488748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淨斷面斷裂 NSF：孔位脆性斷裂、無預警，φ 更嚴格</a:t>
            </a:r>
            <a:endParaRPr lang="en-US" sz="1300" dirty="0"/>
          </a:p>
        </p:txBody>
      </p:sp>
      <p:pic>
        <p:nvPicPr>
          <p:cNvPr id="11" name="Image 1" descr="formula_imgs/f_ns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78250"/>
            <a:ext cx="7772400" cy="83301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塊狀剪力 BSR：剪切面＋拉伸面一起被撕下</a:t>
            </a:r>
            <a:endParaRPr lang="en-US" sz="1300" dirty="0"/>
          </a:p>
        </p:txBody>
      </p:sp>
      <p:pic>
        <p:nvPicPr>
          <p:cNvPr id="15" name="Image 2" descr="formula_imgs/f_bs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071359"/>
            <a:ext cx="7772400" cy="4216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值的差別不是規範任性：0.90 對應有預警的延性破壞，0.75 對應無預警的脆性斷裂。Ubs 一般取 1.0（拉應力均勻）。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同一塊接合板，三條完全不同的破壞路徑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2-tension-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970" y="1892808"/>
            <a:ext cx="5235060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面積各不相同：① 用未扣孔的 Ag，② 用扣孔再乘 U 的 Ae，③ 用剪切面 Anv 與拉伸面 Ant。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材料強度也不同：① 配 Fy（降伏），②③ 配 Fu（斷裂）——用錯就是整題錯。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BSR 公式裡的 0.6 來自 von Mises 純剪降伏準則 1/√3 ≈ 0.577，不是經驗係數。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面積計算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淨斷面與有效斷面：兩個最常算錯的量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淨斷面積：扣孔並加回交錯路徑的 s²/4g</a:t>
            </a:r>
            <a:endParaRPr lang="en-US" sz="1300" dirty="0"/>
          </a:p>
        </p:txBody>
      </p:sp>
      <p:pic>
        <p:nvPicPr>
          <p:cNvPr id="7" name="Image 0" descr="formula_imgs/f_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0998" y="1847088"/>
            <a:ext cx="684272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剪力遲滯係數：力橫向擴散需要長度</a:t>
            </a:r>
            <a:endParaRPr lang="en-US" sz="1300" dirty="0"/>
          </a:p>
        </p:txBody>
      </p:sp>
      <p:pic>
        <p:nvPicPr>
          <p:cNvPr id="11" name="Image 1" descr="formula_imgs/f_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958" y="3334512"/>
            <a:ext cx="2438805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純剪降伏的 0.6 從哪來</a:t>
            </a:r>
            <a:endParaRPr lang="en-US" sz="1300" dirty="0"/>
          </a:p>
        </p:txBody>
      </p:sp>
      <p:pic>
        <p:nvPicPr>
          <p:cNvPr id="15" name="Image 2" descr="formula_imgs/f_v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376" y="4821936"/>
            <a:ext cx="5095968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扣除寬度：題目給標稱螺栓徑 db 時扣 db + 0.3 cm；給孔徑 dh 時扣 dh + 0.16 cm。兩者不可混用。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剪力遲滯：為什麼 U = 1 − x̄/L 長這樣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3-shear-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1" y="1892808"/>
            <a:ext cx="599481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x̄ 是形心到連接面的偏心距，由斷面幾何算出；偏心越大，突出肢越不容易出力，U 越小。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是連接長度（第一支到最後一支螺栓）。L 越長，力越有距離「轉彎」擴散到整個斷面。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圖中的例子：3 支螺栓 U = 0.81，少一支變成 U = 0.62——有效斷面直接掉兩成。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交錯螺栓孔：兩條路徑差 0.05 cm，目測絕對猜不出來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4-sta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6" y="1892808"/>
            <a:ext cx="648962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直線路徑穿過較少的孔，折線路徑穿過較多的孔卻能加回 s²/4g——誰控制必須兩條都算。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s²/4g 是折線繞路所「賺回」的寬度：s（縱向間距）越大、g（橫向間距）越小，賺得越多。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考場做法：把所有可能路徑列成表，逐條算淨寬，取最小值再乘板厚得 An。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壓力桿件解題流程：三步走到 φcPn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先算幾何、再定 Q、最後選分支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壓力桿件題目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判斷有無側移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 K 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雙軸各算一次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KxLx/rx、KyLy/ry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取大者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＝控制細長比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寬厚比 b/t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 λr？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未超過：Q = 1.0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超過：算局部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挫屈折減 Q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λc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(KL/rπ)√(Fy/E)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≤ 1.5？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2900477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Fcr = 0.658^λc² · Fy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90749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00477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Fcr = 0.877Fe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78578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78578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2" name="Text 40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φcPn = 0.85 Fcr Ag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不扣孔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壓力桿件孔內有螺栓承壓，斷面積一律用 Ag，不扣孔。這與拉力桿件完全相反，是最常見的直覺陷阱。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三個必做的驗證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有無側移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 K ≤ 1.0 還是 K ≥ 1.0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兩軸都算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有中間側撐時弱軸未必控制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分支選對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= 1.5 為界，兩式在此處連續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壓力桿件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從細長比到臨界應力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控制細長比：兩軸分別計算，取大者</a:t>
            </a:r>
            <a:endParaRPr lang="en-US" sz="1300" dirty="0"/>
          </a:p>
        </p:txBody>
      </p:sp>
      <p:pic>
        <p:nvPicPr>
          <p:cNvPr id="7" name="Image 0" descr="formula_imgs/f_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225" y="1847088"/>
            <a:ext cx="5486269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Euler 彈性挫屈應力</a:t>
            </a:r>
            <a:endParaRPr lang="en-US" sz="1300" dirty="0"/>
          </a:p>
        </p:txBody>
      </p:sp>
      <p:pic>
        <p:nvPicPr>
          <p:cNvPr id="11" name="Image 1" descr="formula_imgs/f_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543" y="3334512"/>
            <a:ext cx="226563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無因次細長參數：材料強度 vs 幾何強度誰先到頂</a:t>
            </a:r>
            <a:endParaRPr lang="en-US" sz="1300" dirty="0"/>
          </a:p>
        </p:txBody>
      </p:sp>
      <p:pic>
        <p:nvPicPr>
          <p:cNvPr id="15" name="Image 2" descr="formula_imgs/f_l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880" y="4821936"/>
            <a:ext cx="3496960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的物理意義是 √(Fy/Fe)：λc 小代表幾何很壯、材料先降伏；λc 大代表材料很強、幾何先失穩。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壓力桿件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柱強度公式的兩支分支與最終設計強度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非彈性挫屈（受殘留應力影響）</a:t>
            </a:r>
            <a:endParaRPr lang="en-US" sz="1300" dirty="0"/>
          </a:p>
        </p:txBody>
      </p:sp>
      <p:pic>
        <p:nvPicPr>
          <p:cNvPr id="7" name="Image 0" descr="formula_imgs/f_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8061" y="1847088"/>
            <a:ext cx="6908599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彈性挫屈（全斷面仍彈性，與 Fy 無關）</a:t>
            </a:r>
            <a:endParaRPr lang="en-US" sz="1300" dirty="0"/>
          </a:p>
        </p:txBody>
      </p:sp>
      <p:pic>
        <p:nvPicPr>
          <p:cNvPr id="11" name="Image 1" descr="formula_imgs/f_el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76" y="3334512"/>
            <a:ext cx="707196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設計強度：壓力桿件不扣孔，φc = 0.85</a:t>
            </a:r>
            <a:endParaRPr lang="en-US" sz="1300" dirty="0"/>
          </a:p>
        </p:txBody>
      </p:sp>
      <p:pic>
        <p:nvPicPr>
          <p:cNvPr id="15" name="Image 2" descr="formula_imgs/f_p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627" y="4821936"/>
            <a:ext cx="509546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若斷面寬厚比超過 λr，需再乘局部挫屈折減係數 Q（加勁肢與非加勁肢的限值不同）。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柱曲線：λc = 1.5 為什麼是分界，兩支公式為什麼接得上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5-column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168" y="1892808"/>
            <a:ext cx="584066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≤ 1.5 的非彈性段緊貼 Fy，強度與材料強度強相關；λc &gt; 1.5 後幾乎與 Fy 脫鉤，只剩 0.877Fe。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灰色虛線是純理論 Euler 曲線 1/λc²，規範線永遠在它下方——差距就是初始缺陷與殘留應力的代價。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兩支公式在 λc = 1.5 皆得 0.390Fy（連續）。算完若兩式對不起來，代表分支或 λc 算錯了。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 值：KL 量的是反曲點之間的距離，不是柱子多長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6-k-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238" y="1892808"/>
            <a:ext cx="5436524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K 記成「彎矩為零的兩點相距多遠 ÷ 柱長」，五種端條件就不必死背表格。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無側移（有斜撐）K ≤ 1.0；有側移（無斜撐）K ≥ 1.0。判斷側移比記 K 值本身更重要。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實務用建議設計值（0.65／0.80／1.0／1.2／2.1），因為理想固接在真實結構中不存在。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用對位圖（alignment chart）查 G 值時，規範規定基礎固接取 G = 1.0、鉸接取 G = 10，而非理論上的 0 與 ∞。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殘留應力：0.658 那支公式為什麼必須存在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7-resid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1" y="1892808"/>
            <a:ext cx="599481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熱軋型鋼冷卻不均，翼板端留下約 0.3Fy 的殘留壓應力，且全斷面自平衡（拉壓面積相等）。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外加壓應力到 0.7Fy 時，翼板端合計已達 Fy 而提早降伏，比例限因此只有 0.7Fy。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最外緣一降伏，有效彈性核心變小、EI 有效值下降，Euler 公式失效——非彈性分支就是在描述這件事。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雙軸競爭：弱軸未必控制（有中間側撐時尤其）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S-U1-fig-8-biax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665" y="1892808"/>
            <a:ext cx="6041670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強軸迴轉半徑大但無側撐長度長；弱軸迴轉半徑小但被側撐砍半——兩者是競爭關係。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圖例中 KxLx/rx = 68.6 &gt; KyLy/ry = 59.4，由強軸控制，接著用 68.6 去算 λc 與 Fcr。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只算弱軸就交卷是常見失分點：一定要兩軸列表、取大者才代入柱強度公式。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對照表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拉力桿件 vs 壓力桿件：一張表看清所有差異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拉力桿件（面積帳本）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壓力桿件（幾何帳本）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平衡性質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穩定平衡：擾動自動回復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不穩定平衡：擾動被放大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長度影響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完全無關（長 10 倍強度不變）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極敏感（長 2 倍強度剩 1/4）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控制參數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Fy、Fu、Ag、Ae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E、I、KL/r、Fy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斷面積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要扣螺栓孔（An、Ae = U·An）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不扣孔，一律用 Ag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強度折減 φ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0.90（降伏）／0.75（斷裂、塊剪）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0.85（挫屈）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破壞模式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降伏、斷裂、塊狀剪力三者取小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整體挫屈、局部挫屈（Q）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細長比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不需檢核挫屈（僅有建議上限）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核心計算，雙軸取大者控制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 TACTICS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考場絕招：動筆前 60 秒的草稿紙三行法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9875520" cy="1065276"/>
          </a:xfrm>
          <a:prstGeom prst="roundRect">
            <a:avLst>
              <a:gd name="adj" fmla="val 6867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45920"/>
            <a:ext cx="941832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LRFD 還是 ASD？（LRFD 比 1.2D + 1.6L；ASD 比服務載重 D + L）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2004822"/>
            <a:ext cx="347472" cy="347472"/>
          </a:xfrm>
          <a:prstGeom prst="ellipse">
            <a:avLst/>
          </a:prstGeom>
          <a:solidFill>
            <a:srgbClr val="4C6B8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20048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711196"/>
            <a:ext cx="0" cy="164592"/>
          </a:xfrm>
          <a:prstGeom prst="line">
            <a:avLst/>
          </a:prstGeom>
          <a:noFill/>
          <a:ln w="1905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875788"/>
            <a:ext cx="9875520" cy="1065276"/>
          </a:xfrm>
          <a:prstGeom prst="roundRect">
            <a:avLst>
              <a:gd name="adj" fmla="val 6867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75788"/>
            <a:ext cx="941832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有側移還是無側移？（決定 K 落在 0.5～1.0 還是 ≥ 1.0）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912" y="3234690"/>
            <a:ext cx="347472" cy="347472"/>
          </a:xfrm>
          <a:prstGeom prst="ellipse">
            <a:avLst/>
          </a:prstGeom>
          <a:solidFill>
            <a:srgbClr val="4C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32346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3941064"/>
            <a:ext cx="0" cy="164592"/>
          </a:xfrm>
          <a:prstGeom prst="line">
            <a:avLst/>
          </a:prstGeom>
          <a:noFill/>
          <a:ln w="1905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4105656"/>
            <a:ext cx="9875520" cy="1065276"/>
          </a:xfrm>
          <a:prstGeom prst="roundRect">
            <a:avLst>
              <a:gd name="adj" fmla="val 6867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05656"/>
            <a:ext cx="941832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兩軸的 KL 與 r 列表（Kx、Lx、rx 一行，Ky、Ly、ry 一行）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" y="4464558"/>
            <a:ext cx="347472" cy="347472"/>
          </a:xfrm>
          <a:prstGeom prst="ellipse">
            <a:avLst/>
          </a:prstGeom>
          <a:solidFill>
            <a:srgbClr val="4C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446455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5170932"/>
            <a:ext cx="0" cy="164592"/>
          </a:xfrm>
          <a:prstGeom prst="line">
            <a:avLst/>
          </a:prstGeom>
          <a:noFill/>
          <a:ln w="1905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5335524"/>
            <a:ext cx="9875520" cy="1065276"/>
          </a:xfrm>
          <a:prstGeom prst="roundRect">
            <a:avLst>
              <a:gd name="adj" fmla="val 6867"/>
            </a:avLst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335524"/>
            <a:ext cx="941832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受拉題再補一行：Ag、An、Ae、Anv/Ant 四組面積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8912" y="5694426"/>
            <a:ext cx="347472" cy="347472"/>
          </a:xfrm>
          <a:prstGeom prst="ellipse">
            <a:avLst/>
          </a:prstGeom>
          <a:solidFill>
            <a:srgbClr val="4C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56944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473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這三到四行先寫完再動手，可以避開九成的常見計算陷阱——尤其是用錯 r、漏乘 U、拿服務載重去比 LRFD 強度。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拉力與壓力桿件｜全公式一頁速查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全斷面降伏 GSY</a:t>
            </a:r>
            <a:endParaRPr lang="en-US" sz="1050" dirty="0"/>
          </a:p>
        </p:txBody>
      </p:sp>
      <p:pic>
        <p:nvPicPr>
          <p:cNvPr id="7" name="Image 0" descr="formula_imgs/f_g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481" y="1938528"/>
            <a:ext cx="2087701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淨斷面斷裂 NSF</a:t>
            </a:r>
            <a:endParaRPr lang="en-US" sz="1050" dirty="0"/>
          </a:p>
        </p:txBody>
      </p:sp>
      <p:pic>
        <p:nvPicPr>
          <p:cNvPr id="11" name="Image 1" descr="formula_imgs/f_ns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1952023"/>
            <a:ext cx="3416808" cy="3662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塊狀剪力 BSR</a:t>
            </a:r>
            <a:endParaRPr lang="en-US" sz="1050" dirty="0"/>
          </a:p>
        </p:txBody>
      </p:sp>
      <p:pic>
        <p:nvPicPr>
          <p:cNvPr id="15" name="Image 2" descr="formula_imgs/f_bsr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028014"/>
            <a:ext cx="3416808" cy="2142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淨斷面積（含交錯）</a:t>
            </a:r>
            <a:endParaRPr lang="en-US" sz="1050" dirty="0"/>
          </a:p>
        </p:txBody>
      </p:sp>
      <p:pic>
        <p:nvPicPr>
          <p:cNvPr id="19" name="Image 3" descr="formula_imgs/f_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89" y="2971800"/>
            <a:ext cx="2922885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剪力遲滯係數</a:t>
            </a:r>
            <a:endParaRPr lang="en-US" sz="1050" dirty="0"/>
          </a:p>
        </p:txBody>
      </p:sp>
      <p:pic>
        <p:nvPicPr>
          <p:cNvPr id="23" name="Image 4" descr="formula_imgs/f_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605" y="2971800"/>
            <a:ext cx="1041741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純剪的 0.6 由來</a:t>
            </a:r>
            <a:endParaRPr lang="en-US" sz="1050" dirty="0"/>
          </a:p>
        </p:txBody>
      </p:sp>
      <p:pic>
        <p:nvPicPr>
          <p:cNvPr id="27" name="Image 5" descr="formula_imgs/f_v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5243" y="2971800"/>
            <a:ext cx="2176755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控制細長比</a:t>
            </a:r>
            <a:endParaRPr lang="en-US" sz="1050" dirty="0"/>
          </a:p>
        </p:txBody>
      </p:sp>
      <p:pic>
        <p:nvPicPr>
          <p:cNvPr id="31" name="Image 6" descr="formula_imgs/f_s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596" y="4005072"/>
            <a:ext cx="2343473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寬厚比與 Q</a:t>
            </a:r>
            <a:endParaRPr lang="en-US" sz="1050" dirty="0"/>
          </a:p>
        </p:txBody>
      </p:sp>
      <p:pic>
        <p:nvPicPr>
          <p:cNvPr id="35" name="Image 7" descr="formula_imgs/f_w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9552" y="4005072"/>
            <a:ext cx="2289848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Euler 應力</a:t>
            </a:r>
            <a:endParaRPr lang="en-US" sz="1050" dirty="0"/>
          </a:p>
        </p:txBody>
      </p:sp>
      <p:pic>
        <p:nvPicPr>
          <p:cNvPr id="39" name="Image 8" descr="formula_imgs/f_f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35" y="4005072"/>
            <a:ext cx="967771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細長參數 λc</a:t>
            </a:r>
            <a:endParaRPr lang="en-US" sz="1050" dirty="0"/>
          </a:p>
        </p:txBody>
      </p:sp>
      <p:pic>
        <p:nvPicPr>
          <p:cNvPr id="43" name="Image 9" descr="formula_imgs/f_l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465" y="5038344"/>
            <a:ext cx="1493734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非彈性挫屈 λc ≤ 1.5</a:t>
            </a:r>
            <a:endParaRPr lang="en-US" sz="1050" dirty="0"/>
          </a:p>
        </p:txBody>
      </p:sp>
      <p:pic>
        <p:nvPicPr>
          <p:cNvPr id="47" name="Image 10" descr="formula_imgs/f_ine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8964" y="5038344"/>
            <a:ext cx="2951024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彈性挫屈 λc &gt; 1.5</a:t>
            </a:r>
            <a:endParaRPr lang="en-US" sz="1050" dirty="0"/>
          </a:p>
        </p:txBody>
      </p:sp>
      <p:pic>
        <p:nvPicPr>
          <p:cNvPr id="51" name="Image 11" descr="formula_imgs/f_ela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3216" y="5038344"/>
            <a:ext cx="3020807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壓力設計強度</a:t>
            </a:r>
            <a:endParaRPr lang="en-US" sz="1050" dirty="0"/>
          </a:p>
        </p:txBody>
      </p:sp>
      <p:pic>
        <p:nvPicPr>
          <p:cNvPr id="55" name="Image 12" descr="formula_imgs/f_p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7062" y="6071616"/>
            <a:ext cx="2176540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載重組合</a:t>
            </a:r>
            <a:endParaRPr lang="en-US" sz="1050" dirty="0"/>
          </a:p>
        </p:txBody>
      </p:sp>
      <p:pic>
        <p:nvPicPr>
          <p:cNvPr id="59" name="Image 13" descr="formula_imgs/f_loa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072" y="6130349"/>
            <a:ext cx="3416808" cy="2757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拿細長比去檢核拉力桿件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拉力桿件沒有挫屈問題，長度不影響強度。細長比對拉力桿件只是施工與振動的建議上限，不是強度控制式。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壓力桿件跑去扣螺栓孔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孔內有螺栓承壓，壓力桿件一律用 Ag。扣孔是拉力桿件的動作，兩者剛好相反。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銲接接合誤以為 U = 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銲接確實不用扣孔（An = Ag），但只要不是全斷面被銲住，照樣要乘剪力遲滯係數 U。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交錯孔只算一條路徑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直線路徑與折線路徑都要算。折線多穿一個孔卻能加回 s²/4g，誰控制不算過不會知道。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只算弱軸就交卷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有中間側撐時弱軸的無側撐長度可能只有一半，反而由強軸控制。兩軸都要算，取大者。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λc 兩側公式用反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≤ 1.5 用 0.658^λc²（非彈性），λc &gt; 1.5 用 0.877/λc²（彈性）。兩式在 1.5 處都等於 0.390Fy，可當成自我檢查。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拉力與壓力桿件｜重點回顧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受拉是材料強度問題、受壓是幾何穩定問題——這一句決定你開哪一本帳。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拉力：Ag、An、Ae 三組面積配 Fy/Fu 與不同 φ，三種破壞模式取最小者控制。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壓力：KL/r（雙軸取大）→ 寬厚比定 Q → λc 選分支 → φcPn = 0.85 Fcr Ag，不扣孔。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0.658 與 0.877 不是湊出來的：前者描述殘留應力造成的提早降伏，後者是初始缺陷折減。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動筆前先寫三行：LRFD/ASD、有無側移、兩軸的 KL 與 r。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SS 考前總複習</dc:creator>
  <cp:lastModifiedBy>SS 考前總複習</cp:lastModifiedBy>
  <cp:revision>1</cp:revision>
  <dcterms:created xsi:type="dcterms:W3CDTF">2026-09-13T14:17:16Z</dcterms:created>
  <dcterms:modified xsi:type="dcterms:W3CDTF">2026-09-13T14:17:16Z</dcterms:modified>
</cp:coreProperties>
</file>