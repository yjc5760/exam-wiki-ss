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梁桿件是鋼結構設計題數最多的單元，二十四年裡有十七個考年出現。而它的公式給不給，結論跟你的直覺完全相反。我把二十四份考卷、二十五題梁題逐份比對過，這一片就是結果。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先講規則。紅色二十一條是必背，這是你真正要花時間的地方。橘色六條有給但別賭。綠色六條幾乎一定給，會用就好。玩法很簡單：看到深色卡片就按暫停，先自己寫，再看答案。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如果這片你只記得一句話，就是這句。考卷會給的是長而難抄的：L p、L r、C b、M c r。考卷不給的，反而是 M p 等於 F y 乘 Z x 這種兩行字的定義。邏輯很一致：出題者印的是抄起來很痛苦、不印會有爭議的式子；不印的是他認為你當然會的定義。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三十三條公式分成六個家族。斷面性質五條全紅；局部挫屈的界限值常給但內插式不給；A S D 與 L R F D 各有一整套 L T B；剪力板梁四條考過兩次都零公式；使用性與塑性七條裡六條全紅。接下來先建立兩條骨幹，再一張一張回想卡過。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第一條骨幹。從斷面性質算起，先做寬厚比分類，量無側撐長度 L b，再依設計法分岔，定位在三段的哪一段，選對式子、乘上 C b，最後乘折減係數。考卷永遠只給其中幾條單獨的式子，從來不給這一整串流程，而閱卷給分主要就在流程。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是整個單元的地圖。橫軸是無側撐長度，縱軸是標稱撓曲強度，三段一目了然。重點在顏色：綠框那三條長式子七到十一年有給，紅框那件事、也就是哪一段用哪一條，二十四年零次。而撐起整條曲線高度的兩條水平線 M p 跟 M r，也都是不給的。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第一張回想卡。M p 跟 M y 的定義怎麼寫？形狀因子 f 是什麼，典型值大概多少？提示：這兩行字加起來不到二十個字，卻是二十四年零次印出的第一名。按暫停，寫下來。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答案：M p 等於 F y 乘 Z x，M y 等於 F y 乘 S x。塑性配 Z x、彈性配 S x，不能互換。形狀因子就是兩者的比。給你幾個檢查值：矩形一點五、圓形一點七、H 型強軸大約一點一二、H 型弱軸一點五。如果你算出一點八，那一定是哪裡錯了。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第二張。非對稱斷面怎麼找塑性中性軸？半面積公式裡那個距離，是量到哪一條軸？一百一十二年那題上翼板五十乘五、下翼板三十乘五，如果你拿彈性形心去算，答案一定錯。暫停，寫下來。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答案：塑性中性軸由上下面積相等決定，也就是各佔全斷面積的一半；彈性形心則是由一次矩為零決定。只有上下對稱時兩者才重合。半面積法裡那個距離量到 P N A，不是量到形心。檢查點：Z x 一定大於 S x，如果你算出來比較小，就是軸找錯了。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全斷面積四百四十平方公分，一半是兩百二十；而上翼板一片就有兩百五十，所以塑性中性軸直接落在上翼板裡面，距頂只有四點四公分。但彈性形心在距頂十九點九公分，兩條軸差了十五點五公分。為什麼？因為塑性只看面積，彈性看的是一次矩，離軸遠的下翼板權重被放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第三張回想卡，這張是綠色的。翼板跟腹板的 lambda p、lambda r 界限怎麼寫？耐震用的 lambda p d 為什麼要更嚴？這一組考卷印過五次，所以重點不在默寫，在判斷。暫停，寫下來。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答案：翼板看 b f 除以二 t f，界限是十七與二十五除以根號 F y；腹板看 h 除以 t w，是一百七十與二百六十。耐震的 lambda p d 更嚴，理由是 lambda p 只保證達到 M p，而 lambda p d 要保證維持 M p 轉到零點零三弧度而不局部挫屈。殘留應力兩個值：熱軋一點一六、銲接零點七，兩者不同所以考卷幾乎必給。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第四張，這是全片最重要的一張。L R F D 跟 A S D 的三段分岔各自怎麼判斷？哪一段用哪一條式子？兩套二十四年都沒印過任何一次，而閱卷第一步就是看你有沒有先定位 L b。暫停，寫下來。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答案：L R F D 比 L b 與 L p、L r，A S D 比 L b 與 L c、L u。兩個最常錯的細節。第一，內插式外面那個 C b 是乘在整個中括號外面，而且結果還要小於等於 M p 封頂。第二，A S D 第三段是三式取大，不是取小 —— 因為前兩式代表翹曲抵抗、第三式代表聖維南扭轉抵抗，真實斷面同時有這兩種機制。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第五張，橘色卡。C b 的兩個版本各自怎麼寫？均佈載重簡支梁，兩版算出來一樣嗎？提示：同一年只會給一種，而舊版有一個兩端點間不得有橫向載重的限制。暫停，寫下來。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答案：舊版是一點七五加一點零五倍 M 一除 M 二，再加零點三倍平方，上限二點三。新版是十二點五倍最大彎矩，除以二點五倍最大彎矩加三 M A 加四 M B 加三 M C，上限三點零。最關鍵的是舊版那個符號規則：單曲率取負、雙曲率取正，考卷從不寫，而它決定 C b 是一點零還是二點三。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這張對照圖。均佈載重簡支梁，舊版只能取規定值一點零零，新版算出來是一點一四，多給你一成四的強度。懸臂梁自由端集中載重，舊版根本不適用，新版還是能算，得到一點二八。而等端彎矩單曲率時兩版都是一點零零，拿它當抄寫檢查點最方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第六張。M r 跟 F L 怎麼寫？X 一、X 二、J 又怎麼定義？非結實斷面的 M n 內插式呢？提示：一百零四年印了含 X 一、X 二、F L 的 L r 跟 M c r，卻一個符號都沒定義。暫停，寫下來。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答案：M r 等於 F L 乘 S x，而 F L 取 F y f 減 F r 與 F y w 兩者的小值，理由是先到達的那個先控制。X 一含 E G J A、X 二含翹曲常數。F L B 內插式的長相跟 L T B 內插一模一樣，只是分母換成寬厚比，而且兩條算完還要取小。一百零一年那題給了一堆現成數值，就是不給這兩條式子。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第七張。L R F D 梁的撓曲折減係數是多少？設計題要反算斷面時，需求 Z x 怎麼寫？提示：那個係數二十四年只印過兩次，而一百零四年印的那個零點九是剪力用的 phi v，不是同一件事。暫停，寫下來。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答案：phi b 等於零點九零，二十四年只有九十四跟一百一十年印過。最常見的扣分是算完 M n 忘了乘零點九，或者誤用零點八五 —— 那是壓力桿件的 phi c。另外設計題的方向要反過來走：先由 M u 反算需求 Z x 選斷面，再回頭用 L b 對 L p 檢核這個斷面真的達得到 M p 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第八張。H 型梁的弱軸彎曲要不要考慮側向扭轉挫屈？為什麼？上限又是多少？一百零五年那題就是直接問為什麼，分數全在說理上，沒有式子可抄。暫停，寫下來。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答案：弱軸不會發生側向扭轉挫屈。理由要講得出來：弱軸彎曲時，受壓翼板想要側向撓曲的方向，正好就是強軸方向，沒有比它更弱的方向可以挫過去。但要記那個一點五倍 F y S y 的上限，作用是防止在使用載重下就進入非彈性。雙向彎曲要自己把梁柱互制式退化成兩項。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第九張。腹板標稱剪力強度 V n 的三段怎麼分？A w 到底是用哪一個高度乘 t w？提示：這個高度選錯會讓你少算大約一成，而它是本單元最常見的錯。暫停，寫下來。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答案：第一段是剪力降伏，零點六 F y w 乘 A w；最細長那段是彈性剪力挫屈，一千八百六十 k v 除以 h over t w 平方，再乘 A w；中間是非彈性折減。而 A w 等於 d 乘 t w，用全深度，不是 h 乘 t w，整片腹板都在承擔剪力。k v 等於五加五除以 a over h 平方，未加勁時取五。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回答一個直覺上很奇怪的問題：腹板都已經皺曲了，為什麼還撐得住？因為純剪力在腹板裡等於一個方向受拉、垂直方向受壓。受壓那個斜向先皺曲失效，但受拉那個斜向還能繼續傳力。受拉斜向像斜拉桿，加勁板像壓桿，整片腹板就變成一座桁架，這就是後挫屈強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撓度檢核要用什麼載重、限值多少？一端固定一端簡支梁的極限均佈載重是多少？提示：那個係數是十一點六六，而塑鉸不在跨中。這一組九十九、一百零四、九十四、一百零九、一百一十四年五次考到，五次零公式。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答案：撓度只用活載重、不乘載重係數，限值是 L 除以三百六十。均佈載重是五 w L 四次方除以三百八十四 E I，三分點兩集中載重是二十三 P L 三次方除以六百四十八 E I。塑性分析的塑鉸數等於靜不定度加一，虛功法就是外功等於內功。而十一點六六等於二乘上一加根號二的平方。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回答一個很多人會猜錯的問題：均佈載重下，塑鉸為什麼不在跨中？因為靜不定度是一，只需要兩個塑鉸就形成機構，一個必定在固定端。跨間那一個要靠剪力為零、彎矩極大的條件解出來，答案是距簡支端零點四一四 L。代回虛功方程就得到十一點六六。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複習六個真的會讓你掉分的地方。M p 用 S x 去算、非對稱斷面拿形心算 Z x、算完忘記乘 phi b、C b 抓錯版本、剪力面積用淨腹板高度、還有內插式漏了 C b 與封頂。這六個每一個都足以讓整題的流程分消失。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再看四個層次更高的陷阱。A 是 C b 有新舊兩版。B 是印了式子卻不定義裡面的符號，看起來齊全其實代不進去。C 是印出來的表不是叫你查，而是題目的一部分。D 最貴：給了一整組現成數值，卻不給把它們串起來的方法。考卷自己都寫了，所列公式僅供參考，應自負確認與勘誤責任。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速查表第一頁，全部是紅色必背等級：斷面性質、折減係數、弱軸上限、剪力面積。這一頁的每一條考卷都不會給你。建議直接截圖存進手機，考前十分鐘只看這兩頁。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速查表第二頁是流程區。兩套三段分岔規則二十四年零次印出，卻決定整題架構，所以放在最上面。下面四條是長式子的入口與使用性那一組。這兩頁加起來不到一張 A 四紙，卻涵蓋二十一條紅色必背裡最關鍵的部分。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四句話帶走。第一，U 一之二的考卷像一份填空題，長式子印給你，空格留在最基本的定義。第二，背誦資源押在斷面性質那五條跟兩套三段分岔規則，加起來不到一頁。第三，長式子只練認得出來、代得進去、單位對。第四，就算有給也要會判斷。下一支影片我們處理 U 一之三梁柱桿件。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image" Target="../media/image-33-9.png"/><Relationship Id="rId10" Type="http://schemas.openxmlformats.org/officeDocument/2006/relationships/image" Target="../media/image-33-10.png"/><Relationship Id="rId11" Type="http://schemas.openxmlformats.org/officeDocument/2006/relationships/image" Target="../media/image-33-11.png"/><Relationship Id="rId12" Type="http://schemas.openxmlformats.org/officeDocument/2006/relationships/image" Target="../media/image-3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image" Target="../media/image-3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SS-U1-2　鋼結構設計｜公式記憶片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梁桿件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33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份考卷、25 題梁題逐份比對為證據 —— 這個單元的答案跟直覺相反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結構技師｜鋼結構設計 SS-U1-2 梁桿件｜公式「給／背」分界記憶片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判定標準採保守制：只要歷年出現過「該考點被考、但公式沒給」，一律列為必背。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21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曾被考、當年考卷完全沒給；或 24 年從沒印出來過。這 21 條才值得花時間硬記。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多數年份有給，但有明確的沒給先例；或給的是舊版、簡化版，要能自己判斷修正。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考這個題型幾乎必定連同公式或數值印出。重點是「會不會用」，不是「記不記得」。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答錯的那幾張截圖存起來，隔天、三天後、一週後各重看一次。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最後三頁是兩頁速查表與四句總結 —— 考前十分鐘只看那三頁就好。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考卷會給的，是「長而難抄」的 —— </a:t>
            </a:r>
            <a:endParaRPr lang="en-US" sz="2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Lp、Lr 十一年，Cb 十年，Mn 內插與 Mcr 七年。</a:t>
            </a:r>
            <a:endParaRPr lang="en-US" sz="2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考卷不給的，是「短而基本」的 —— </a:t>
            </a:r>
            <a:endParaRPr lang="en-US" sz="2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Mp=FyZx、My=FySx 二十四年零次，φb=0.9 只印過兩次。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出題者印的是「抄起來很痛苦、不印會有爭議」的式子；不印的是「他認為你當然會」的定義。所以花時間背 Mcr，幾乎必然是浪費。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SS-U1-2 的六個公式家族（33 條）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斷面性質（5 條）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Mp、My、Zx、形狀因子、平行軸定理。五條全紅，24 年零次印出。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局部挫屈（4 條）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λp、λr、耐震 λpd、殘留應力 Fr。界限值常給，但 FLB 內插式不給。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LTB · ASD（4 條）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Lc、Lu、Fb 三式、Cb 舊版。式子六～七年全給，分岔判斷零次。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LTB · LRFD（9 條）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Lp、Lr、X1X2J、Mr、Mn 內插、Mcr、Cb 新版、φb、弱軸上限。全片主戰場。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 · 板梁（4 條）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Vn 三段、kv、張力場、剪力流。95 與 98 年考了卻整題零公式。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使用性 · 塑性（7 條）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撓度、合成梁、虛功法、11.66、需求 Zx、SN 鋼材。七條裡六條全紅。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1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梁撓曲骨幹：考卷給你三條式子，從不給這串流程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25 題裡有 21 題是計算題 —— 流程錯了，長式子代得再準也沒用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SS-U1-2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梁撓曲題目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算斷面性質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Ix · Sx · Zx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寬厚比分類？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7476134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結實：可達 Mp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7" name="Text 15"/>
          <p:cNvSpPr/>
          <p:nvPr/>
        </p:nvSpPr>
        <p:spPr>
          <a:xfrm>
            <a:off x="7476134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非結實：FLB 內插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量無側撐長度 Lb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設計法？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7476134" y="277977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LRFD：比 Lp、Lr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66406" y="3232404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25" name="Text 23"/>
          <p:cNvSpPr/>
          <p:nvPr/>
        </p:nvSpPr>
        <p:spPr>
          <a:xfrm>
            <a:off x="7476134" y="3232404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ASD：比 Lc、Lu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定位在三段的哪一段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選對那一條式子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9" name="Text 27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Cb 修正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並與 FLB 取小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398203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54235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664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3664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4" name="Text 42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φb Mn = 0.90 Mn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或　fb ≤ Fb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沒有先定位 Lb 落在哪一段就直接套式子。閱卷第一步就是看這個，而兩套分岔規則 24 年零次印出。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8" name="Text 46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三個一定要寫出來的檢核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寬厚比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翼板與腹板都要比 λp、λr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2" name="Text 50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 Lb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先講落在三段的哪一段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4" name="Text 52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乘 φb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設計強度一定要乘 0.90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一張圖看懂給／不給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Mn–Lb 三段設計曲線：長式子都給，分界判斷不給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mn_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455" y="1892808"/>
            <a:ext cx="60260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塑性段：Lb ≤ Lp，Mn = Mp。只要 Mp 這個定義考卷不給，這一段就等於沒給。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非彈性段：兩個轉折點之間直線內插，七年有給，但外面那個 Cb 與 ≤Mp 封頂常被漏掉。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彈性段：Lb &gt; Lr 用 Mcr，七年有給 —— 它是全單元最長的式子，也是最不必背的一條。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兩條水平線 Mp 與 Mr 是「短定義」：Mp 二十四年零次、Mr 用了不給。曲線的高度全靠它們。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114 年（2025）整張考卷零參考公式，卻連考兩題梁；SS-2025-3 只丟 Lb=3.0、Lp=3.4、Lr=10.5、Cb=1 四個數字，就要你把 Mp、Mr、Mn 全部生出來 —— 給了轉折點，卻不給那三條水平線。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斷面性質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Mp 與 My 的定義怎麼寫？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形狀因子 f 是什麼，典型值大概多少？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提示：這兩行加起來不到二十個字，卻是 24 年裡「零次印出」的第一名 —— 而 98、112、114 三年整題就在算它。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塑性配 Zx、彈性配 Sx —— 兩行字，卻是全單元第一名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兩個彎矩</a:t>
            </a:r>
            <a:endParaRPr lang="en-US" sz="1300" dirty="0"/>
          </a:p>
        </p:txBody>
      </p:sp>
      <p:pic>
        <p:nvPicPr>
          <p:cNvPr id="7" name="Image 0" descr="formula_imgs/mp_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550" y="1847088"/>
            <a:ext cx="737562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形狀因子</a:t>
            </a:r>
            <a:endParaRPr lang="en-US" sz="1300" dirty="0"/>
          </a:p>
        </p:txBody>
      </p:sp>
      <p:pic>
        <p:nvPicPr>
          <p:cNvPr id="11" name="Image 1" descr="formula_imgs/shape_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348" y="3334512"/>
            <a:ext cx="2194023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斷面性質</a:t>
            </a:r>
            <a:endParaRPr lang="en-US" sz="1300" dirty="0"/>
          </a:p>
        </p:txBody>
      </p:sp>
      <p:pic>
        <p:nvPicPr>
          <p:cNvPr id="15" name="Image 2" descr="formula_imgs/ix_s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841" y="4821936"/>
            <a:ext cx="6729038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怎麼記：塑性用 Zx、彈性用 Sx，f = Zx/Sx 就是「全斷面都降伏」比「最外緣才降伏」多賺的那一段。典型值當檢查用：矩形 1.5、圓形 1.7、H 型強軸約 1.12、H 型弱軸 1.5 —— 算出 1.8 或 1.02 就是哪裡錯了。非對稱斷面時 Sx 取 c 大的那一側，因為先降伏的那一側才控制 My。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斷面性質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非對稱斷面怎麼找塑性中性軸？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Zx 的半面積公式裡，距離是量到哪一條軸？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提示：112 年那題上翼板 50×5、下翼板 30×5。如果你拿彈性形心去算 Zx，答案一定錯。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PNA 用等面積定、ENA 用一次矩定 —— 兩條不同的軸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等面積法</a:t>
            </a:r>
            <a:endParaRPr lang="en-US" sz="1300" dirty="0"/>
          </a:p>
        </p:txBody>
      </p:sp>
      <p:pic>
        <p:nvPicPr>
          <p:cNvPr id="7" name="Image 0" descr="formula_imgs/pna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87068"/>
            <a:ext cx="7772400" cy="9842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半面積法</a:t>
            </a:r>
            <a:endParaRPr lang="en-US" sz="1300" dirty="0"/>
          </a:p>
        </p:txBody>
      </p:sp>
      <p:pic>
        <p:nvPicPr>
          <p:cNvPr id="11" name="Image 1" descr="formula_imgs/zx_ha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269906"/>
            <a:ext cx="7772400" cy="12808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PNA 由「上下面積相等」決定，ENA 由「一次矩為零」決定，只有斷面上下對稱時兩者才重合。半面積法的距離量到 PNA，不是量到形心 —— 這是 112 年最大的陷阱。檢查點：Zx 一定大於 Sx（因為形狀因子大於 1），若算出 Zx 比 Sx 小，就是軸找錯了。94 年 SRC 合成梁與 109 年非對稱 H 型鋼是同一個考法。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112 年那個斷面：兩條軸差了 15 公分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pna_e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8653"/>
            <a:ext cx="6501384" cy="37350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全斷面積 440 平方公分，一半是 220 —— 上翼板一片就有 250，所以 PNA 直接落在上翼板裡面。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彈性形心卻在距頂 19.9 公分處，兩條軸差了 15.5 公分。拿錯軸算 Zx，差距是災難級的。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半面積法：Zx = (A/2)(上半形心距 + 下半形心距)，兩個距離都量到 PNA。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Sx 要用 c 大的那一側（本例是下緣 30.1 公分），因為 My 由先降伏的那一側控制。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PNA 會跑到上翼板裡？因為塑性只看「面積」，不看面積離軸多遠；上翼板又寬又厚，一片就吃掉超過一半的面積。彈性形心看的是一次矩，離軸遠的下翼板權重被放大，所以形心被拉低。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1E8449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局部挫屈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通常會給｜背概念就好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翼板與腹板的 λp、λr 界限怎麼寫？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耐震用的 λpd 為什麼要更嚴？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提示：這一組 96、97、100、105、110 年都印過。所以這張卡考的是「判斷」，不是默寫。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🟢 通常會給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界限值會給，但「落在哪一層要做什麼」不會給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結實／半結實</a:t>
            </a:r>
            <a:endParaRPr lang="en-US" sz="1300" dirty="0"/>
          </a:p>
        </p:txBody>
      </p:sp>
      <p:pic>
        <p:nvPicPr>
          <p:cNvPr id="7" name="Image 0" descr="formula_imgs/lam_p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86752"/>
            <a:ext cx="7772400" cy="8411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耐震緊實</a:t>
            </a:r>
            <a:endParaRPr lang="en-US" sz="1300" dirty="0"/>
          </a:p>
        </p:txBody>
      </p:sp>
      <p:pic>
        <p:nvPicPr>
          <p:cNvPr id="11" name="Image 1" descr="formula_imgs/lam_p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55" y="3334512"/>
            <a:ext cx="629401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殘留應力</a:t>
            </a:r>
            <a:endParaRPr lang="en-US" sz="1300" dirty="0"/>
          </a:p>
        </p:txBody>
      </p:sp>
      <p:pic>
        <p:nvPicPr>
          <p:cNvPr id="15" name="Image 2" descr="formula_imgs/fr_v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12840"/>
            <a:ext cx="7772400" cy="73868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落在哪一層要做什麼：≤λp 可達 Mp；λp 與 λr 之間要跑 FLB 內插；&gt;λr 進彈性局部挫屈。λpd 更嚴的理由：λp 只保證「達到」Mp，λpd 要保證「維持」Mp 轉到 0.03 弧度而不局部挫屈。Fr 兩個值不同（熱軋 1.16、銲接組合 0.7），不給會有爭議，所以幾乎必給 —— 要背的是哪種斷面配哪個值。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LTB · 兩套分岔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LRFD 與 ASD 的三段分岔各自怎麼判斷？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哪一段用哪一條式子？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提示：兩套 24 年都沒印過任何一次。而閱卷第一步就是看你有沒有先定位 Lb。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全單元最該背的一頁：兩套分岔規則，加起來不到一行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三段</a:t>
            </a:r>
            <a:endParaRPr lang="en-US" sz="1300" dirty="0"/>
          </a:p>
        </p:txBody>
      </p:sp>
      <p:pic>
        <p:nvPicPr>
          <p:cNvPr id="7" name="Image 0" descr="formula_imgs/lrfd_3z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26537"/>
            <a:ext cx="7772400" cy="3897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中段內插</a:t>
            </a:r>
            <a:endParaRPr lang="en-US" sz="1300" dirty="0"/>
          </a:p>
        </p:txBody>
      </p:sp>
      <p:pic>
        <p:nvPicPr>
          <p:cNvPr id="11" name="Image 1" descr="formula_imgs/mn_inter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228" y="2962656"/>
            <a:ext cx="440626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三段</a:t>
            </a:r>
            <a:endParaRPr lang="en-US" sz="1300" dirty="0"/>
          </a:p>
        </p:txBody>
      </p:sp>
      <p:pic>
        <p:nvPicPr>
          <p:cNvPr id="15" name="Image 2" descr="formula_imgs/asd_3z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144248"/>
            <a:ext cx="7772400" cy="41659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Lc 定義</a:t>
            </a:r>
            <a:endParaRPr lang="en-US" sz="1300" dirty="0"/>
          </a:p>
        </p:txBody>
      </p:sp>
      <p:pic>
        <p:nvPicPr>
          <p:cNvPr id="19" name="Image 3" descr="formula_imgs/lc_l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639" y="5193792"/>
            <a:ext cx="2465442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兩個最常錯的細節：① 內插式外面那個 Cb 是乘在整個中括號外，而且結果還要 ≤ Mp 封頂；② ASD 第三段是三式「取大」再與 0.6Fy 比 —— 97 年 SS-2008-1 就在問為什麼取大：前兩式代表翹曲抵抗、第三式代表聖維南扭轉抵抗，真實斷面同時具備兩者，取大才不會過度保守。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LTB · Cb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Cb 的兩個版本各自怎麼寫？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均佈載重簡支梁，兩版算出來一樣嗎？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提示：同一年只會給一種。舊版有一個「兩端點間不得有橫向載重」的限制，新版沒有。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🟠 會給但別賭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兩版是不同的公式，不是同一條的改寫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舊版三項式</a:t>
            </a:r>
            <a:endParaRPr lang="en-US" sz="1300" dirty="0"/>
          </a:p>
        </p:txBody>
      </p:sp>
      <p:pic>
        <p:nvPicPr>
          <p:cNvPr id="7" name="Image 0" descr="formula_imgs/cb_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05120"/>
            <a:ext cx="7772400" cy="948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新版四分點式</a:t>
            </a:r>
            <a:endParaRPr lang="en-US" sz="1300" dirty="0"/>
          </a:p>
        </p:txBody>
      </p:sp>
      <p:pic>
        <p:nvPicPr>
          <p:cNvPr id="11" name="Image 1" descr="formula_imgs/cb_n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88930"/>
            <a:ext cx="7772400" cy="104279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舊版（96、97、99、100、104、108、110 年）只適用「兩端點間無橫向載重」，且有一個考卷從不寫的符號規則：單曲率 M1/M2 取負、雙曲率取正 —— 這一點決定 Cb 是 1.0 還是 2.3。新版（101、103、113 年）不限橫向載重，上限 3.0。檢查點：等端彎矩單曲率時，兩版都算出 1.00。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同一根梁，兩個版本算出兩個答案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b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430" y="1892808"/>
            <a:ext cx="594413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均佈載重簡支梁：舊版只能取規定值 1.00，新版算出 1.14 —— 新版多給你 14% 的強度。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懸臂梁自由端集中載重：舊版根本不適用（跨間有橫向載重），新版仍可用，算出 1.28。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等端彎矩單曲率：兩版都是 1.00。拿它當抄寫檢查點 —— 代進去對不上就是抄錯了。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Cb 的物理意義：彎矩沿跨度變化越劇烈，平均受壓程度越低，LTB 就越不容易發生。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所以「Cb 恆等於 1」是最保守但也最常見的誤解。均佈載重時新版就已經是 1.14，若題目給的是新版而你套舊版的 1.00，強度會少算一成以上；反過來若題目只能用舊版而你算 1.14，就是超出適用範圍。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E8734A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LTB · LRFD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會給但別賭｜有沒給的先例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Mr 與 FL 怎麼寫？X1、X2、J 又怎麼定義？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非結實斷面的 Mn 內插式呢？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提示：104 年印了含 X1、X2、FL 的 Lr 與 Mcr，卻一個符號都沒定義 —— 這是最陰的一種給法。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🟠 會給但別賭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「用了不給」：公式看起來齊全，實際上代不進去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Mr 與 FL</a:t>
            </a:r>
            <a:endParaRPr lang="en-US" sz="1300" dirty="0"/>
          </a:p>
        </p:txBody>
      </p:sp>
      <p:pic>
        <p:nvPicPr>
          <p:cNvPr id="7" name="Image 0" descr="formula_imgs/mr_f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87959"/>
            <a:ext cx="7772400" cy="63875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X1 · X2 · J</a:t>
            </a:r>
            <a:endParaRPr lang="en-US" sz="1300" dirty="0"/>
          </a:p>
        </p:txBody>
      </p:sp>
      <p:pic>
        <p:nvPicPr>
          <p:cNvPr id="11" name="Image 1" descr="formula_imgs/x1x2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39525"/>
            <a:ext cx="7772400" cy="71047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FLB 內插</a:t>
            </a:r>
            <a:endParaRPr lang="en-US" sz="1300" dirty="0"/>
          </a:p>
        </p:txBody>
      </p:sp>
      <p:pic>
        <p:nvPicPr>
          <p:cNvPr id="15" name="Image 2" descr="formula_imgs/flb_inter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479" y="4821936"/>
            <a:ext cx="530776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 = min(Fyf − Fr, Fyw)，取小的理由是「先到達的那個先控制」。FLB 內插式長相和 LTB 內插一模一樣，只是分母換成寬厚比 —— 而且兩者算完要取小。101 年 SS-2012-1 是 24 年唯一的非結實斷面題，考卷給了 λp、λr、Lp、Lr 一堆現成數值，就是不給這兩條內插式。給數值不等於給方法。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折減與設計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LRFD 梁的撓曲折減係數是多少？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設計題要反算斷面時，需求 Zx 怎麼寫？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提示：那個係數 24 年只印過兩次。而 104 年印的那個 0.9 是剪力用的 φv，不是同一件事。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0.90 只印過兩次；而設計題的方向要反過來走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撓曲折減</a:t>
            </a:r>
            <a:endParaRPr lang="en-US" sz="1300" dirty="0"/>
          </a:p>
        </p:txBody>
      </p:sp>
      <p:pic>
        <p:nvPicPr>
          <p:cNvPr id="7" name="Image 0" descr="formula_imgs/phi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947103"/>
            <a:ext cx="7772400" cy="14641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需求斷面模數</a:t>
            </a:r>
            <a:endParaRPr lang="en-US" sz="1300" dirty="0"/>
          </a:p>
        </p:txBody>
      </p:sp>
      <p:pic>
        <p:nvPicPr>
          <p:cNvPr id="11" name="Image 1" descr="formula_imgs/zx_r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8855" y="4078224"/>
            <a:ext cx="4387010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φb = 0.90 只有 94、110 兩年印過。最常見的扣分：算完 Mn 忘了乘 0.9，或誤用 0.85（那是壓力桿件的 φc）。題目只要寫「設計彎矩強度」就一定要乘。設計題（99 年 SS-2010-4、104 年 SS-2015-1）方向反過來：先由 Mu 反算 Zx,req 選斷面，再回頭用 Lb 對 Lp 檢核「這個斷面真的達得到 Mp 嗎」。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 · 雙向彎曲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H 型梁的弱軸彎曲要不要考慮側向扭轉挫屈？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為什麼？上限又是多少？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提示：105 年 SS-2016-4 就是直接問「為什麼」—— 這一題的分數全在說理上，沒有式子可抄。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弱軸沒有 LTB —— 但有一個 1.5 倍的上限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弱軸標稱強度</a:t>
            </a:r>
            <a:endParaRPr lang="en-US" sz="1300" dirty="0"/>
          </a:p>
        </p:txBody>
      </p:sp>
      <p:pic>
        <p:nvPicPr>
          <p:cNvPr id="7" name="Image 0" descr="formula_imgs/weak_ax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27347"/>
            <a:ext cx="7772400" cy="11036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雙向彎曲互制</a:t>
            </a:r>
            <a:endParaRPr lang="en-US" sz="1300" dirty="0"/>
          </a:p>
        </p:txBody>
      </p:sp>
      <p:pic>
        <p:nvPicPr>
          <p:cNvPr id="11" name="Image 1" descr="formula_imgs/biax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804" y="4078224"/>
            <a:ext cx="6277111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為什麼弱軸不會 LTB：弱軸彎曲時受壓翼板要側向撓曲的方向，正好就是強軸方向 —— 沒有比它更弱的方向可以挫過去。1.5FySy 這個上限的作用是防止在使用載重下就進入非彈性。雙向彎曲（103 年 SS-2014-3）要自己把梁柱 P-M 互制式退化成兩項，別把 8/9 那個係數帶進來。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 · 板梁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腹板標稱剪力強度 Vn 的三段怎麼分？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Aw 到底是用哪一個高度乘 tw？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提示：Aw 那個高度選錯，會讓你少算大約一成 —— 而這是本單元最常見的錯。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Aw 用「全深度」；三段對應三種破壞機制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Vn 首段與末段</a:t>
            </a:r>
            <a:endParaRPr lang="en-US" sz="1300" dirty="0"/>
          </a:p>
        </p:txBody>
      </p:sp>
      <p:pic>
        <p:nvPicPr>
          <p:cNvPr id="7" name="Image 0" descr="formula_imgs/v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54916"/>
            <a:ext cx="7772400" cy="904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剪力面積</a:t>
            </a:r>
            <a:endParaRPr lang="en-US" sz="1300" dirty="0"/>
          </a:p>
        </p:txBody>
      </p:sp>
      <p:pic>
        <p:nvPicPr>
          <p:cNvPr id="11" name="Image 1" descr="formula_imgs/aw_fu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316" y="3334512"/>
            <a:ext cx="5636088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挫屈係數</a:t>
            </a:r>
            <a:endParaRPr lang="en-US" sz="1300" dirty="0"/>
          </a:p>
        </p:txBody>
      </p:sp>
      <p:pic>
        <p:nvPicPr>
          <p:cNvPr id="15" name="Image 2" descr="formula_imgs/k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759" y="4821936"/>
            <a:ext cx="702720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Aw = d·tw 用全深度，不是 h·tw —— 整片腹板都在承擔剪力。三段的物理：短胖腹板剪力降伏、中段非彈性剪力挫屈（依 50√(kv/Fyw)÷(h/tw) 折減）、細長腹板彈性剪力挫屈。kv = 5 + 5/(a/h)² 是「加橫向加勁板可提高剪力強度」的量化版；未加勁或 a/h &gt; 3 時取 5。95 年與 98 年考了卻整題零公式。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張力場：腹板皺曲之後，為什麼還撐得住？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tension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62321"/>
            <a:ext cx="6501384" cy="38477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純剪力在腹板裡等於「一個方向受拉、垂直方向受壓」的兩組斜向主應力。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受壓那個斜向先皺曲失效（薄板不耐壓），但受拉那個斜向仍然能繼續傳力。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受拉斜向像斜拉桿、加勁板像壓桿，整片腹板變成一座桁架 —— 這就是後挫屈強度。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所以「加設橫向加勁板」有兩層效果：縮小 a/h 提高 kv，同時提供張力場需要的錨定豎桿。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適用限制要一起記：端 panel 沒有另一側可以錨定，不可使用張力場；a/h 也必須 ≤ 3。95 年 SS-2006-4 四小問（板梁特色與使用時機、為何剪力挫屈、如何避免、何謂張力場）整題 20 分零公式，全靠這張圖能不能講清楚。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使用性 · 塑性分析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撓度檢核要用什麼載重、限值多少？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一端固定一端簡支梁的極限均佈載重是多少？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提示：那個係數是 11.66，而塑鉸不在跨中。99、104、94、109、114 年五次考到，五次零公式。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撓度只用活載重；11.66 先背結果，再回推驗證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撓度與限值</a:t>
            </a:r>
            <a:endParaRPr lang="en-US" sz="1300" dirty="0"/>
          </a:p>
        </p:txBody>
      </p:sp>
      <p:pic>
        <p:nvPicPr>
          <p:cNvPr id="7" name="Image 0" descr="formula_imgs/def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8867" y="1847088"/>
            <a:ext cx="7366986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虛功法</a:t>
            </a:r>
            <a:endParaRPr lang="en-US" sz="1300" dirty="0"/>
          </a:p>
        </p:txBody>
      </p:sp>
      <p:pic>
        <p:nvPicPr>
          <p:cNvPr id="11" name="Image 1" descr="formula_imgs/virtual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43084"/>
            <a:ext cx="7772400" cy="90335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 cantilever</a:t>
            </a:r>
            <a:endParaRPr lang="en-US" sz="1300" dirty="0"/>
          </a:p>
        </p:txBody>
      </p:sp>
      <p:pic>
        <p:nvPicPr>
          <p:cNvPr id="15" name="Image 2" descr="formula_imgs/wu_p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8394" y="4821936"/>
            <a:ext cx="6187931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撓度檢核只用「活載重」、不乘載重係數，限值 L/360。104 年考的是三分點兩集中載重 23PL³/648EI —— 這個係數不可能有人印給你，考場上用重疊法或共軛梁現推。塑性分析：塑鉸數 = 靜不定度 + 1，虛功法就是「外功 = 內功」。11.66 = 2(1+√2)²，塑鉸距簡支端 0.414L；現推要花十分鐘，先背結果再回推最省時。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均佈載重下，塑鉸為什麼不在跨中？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collapse_m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07963"/>
            <a:ext cx="6501384" cy="39564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靜不定度 n = 1，所以只要 2 個塑鉸就形成機構：一個必在固定端，一個在跨間。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跨間那個塑鉸的位置要靠「該處剪力為零、即彎矩極大」的條件解出來，不是猜跨中。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解出來是距簡支端 L(√2−1) = 0.414L，代回虛功方程就得到 wu = 11.66 Mp/L²。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若斷面上下不對稱（109 年 SS-2020-2），正負向的 Mp 不同，兩個塑鉸要分開處理。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94 年 SS-2005-4 與 109 年 SS-2020-2 是同一個構型、同一個答案，兩次都零公式；114 年 SS-2025-4 則改問觀念（何謂塑性鉸、常見位置、何謂崩塌機構）。計算與觀念兩種問法都出現過，所以這一組要「會算也會講」。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 · 高頻扣分點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六個真的會讓你掉分的地方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Mp 用 Sx 去算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 配塑性斷面模數 Zx、My 配彈性 Sx，兩者不能互換。考卷從不給這兩行定義，寫反了整題連鎖錯。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非對稱斷面拿形心算 Zx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半面積法的距離要量到 PNA。112 年那題 PNA 落在上翼板裡，和彈性形心差了 15.5 公分。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算完 Mn 忘記乘 φb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φb = 0.90 只印過兩次。題目寫「設計彎矩強度」就一定要乘；也別誤用壓力桿件的 0.85。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Cb 抓錯版本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舊版三項式限制「兩端點間無橫向載重」，新版沒有。同一年只給一種，而兩版算出來不一樣。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剪力面積用 h·tw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Aw = d·tw 要用全深度。用淨腹板高度會少算大約一成，這是本單元最常見的單一錯誤。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內插式漏了 Cb 與封頂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Cb 乘在整個中括號外面，而且結果還要 ≤ Mp。漏了封頂會算出比 Mp 還大的 Mn，一看就知道錯。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A–D · 給了公式也要會判斷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四個「有給也要判斷」的陷阱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陷阱 A｜Cb 有新舊兩版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舊版：96、97、99、100、104、108、110 年。新版：101、103、113 年。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同一年只給一種，而兩版算出來的數值不同（均佈載重 1.00 對 1.14）。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舊版還多一個「跨間不得有橫向載重」的適用限制 —— 用錯版本等於用錯範圍。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陷阱 B｜印了式子，不定義符號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99、104 年印 Mn 內插式，卻不定義裡面的 Mr。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104 年印含 X1、X2、FL 的 Lr 與 Mcr，三個符號一個都沒定義。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看起來公式齊全，實際上代不進去 —— 所以 Mr = FL·Sx 與 X1 仍要背。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陷阱 C｜給的表不是叫你查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105 年把 λp、λr 全表印出來，但 SS-2016-1 問的是「制定時考慮什麼因素」。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表印在那裡是題目的一部分，不是給你算的。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要答的是應力分布（純壓對彎曲）與韌性需求（λp 要維持 Mp 轉動、λr 只要到 Mr）。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2804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陷阱 D｜給數值不給方法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101、103 年給了 λp、λr、Lp、Lr 一整組現成數值，看起來很慷慨。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 101 年 SS-2012-1 是非結實斷面，要同時跑 FLB 與 LTB 兩條內插再取小。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兩條內插式都沒給。給數值不等於給方法，這是本單元最貴的一次誤判。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🔴 必背區｜斷面性質與折減係數（考卷不會給）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Mp 與 My 定義</a:t>
            </a:r>
            <a:endParaRPr lang="en-US" sz="1050" dirty="0"/>
          </a:p>
        </p:txBody>
      </p:sp>
      <p:pic>
        <p:nvPicPr>
          <p:cNvPr id="7" name="Image 0" descr="formula_imgs/mp_m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51070"/>
            <a:ext cx="3416808" cy="4264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形狀因子 f</a:t>
            </a:r>
            <a:endParaRPr lang="en-US" sz="1050" dirty="0"/>
          </a:p>
        </p:txBody>
      </p:sp>
      <p:pic>
        <p:nvPicPr>
          <p:cNvPr id="11" name="Image 1" descr="formula_imgs/shape_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032" y="1938528"/>
            <a:ext cx="1552889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塑性中性軸（等面積）</a:t>
            </a:r>
            <a:endParaRPr lang="en-US" sz="1050" dirty="0"/>
          </a:p>
        </p:txBody>
      </p:sp>
      <p:pic>
        <p:nvPicPr>
          <p:cNvPr id="15" name="Image 2" descr="formula_imgs/pna_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047942"/>
            <a:ext cx="3416808" cy="43268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Zx 半面積法</a:t>
            </a:r>
            <a:endParaRPr lang="en-US" sz="1050" dirty="0"/>
          </a:p>
        </p:txBody>
      </p:sp>
      <p:pic>
        <p:nvPicPr>
          <p:cNvPr id="19" name="Image 3" descr="formula_imgs/zx_hal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4338"/>
            <a:ext cx="3416808" cy="563069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Ix 與 Sx</a:t>
            </a:r>
            <a:endParaRPr lang="en-US" sz="1050" dirty="0"/>
          </a:p>
        </p:txBody>
      </p:sp>
      <p:pic>
        <p:nvPicPr>
          <p:cNvPr id="23" name="Image 4" descr="formula_imgs/ix_s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322173"/>
            <a:ext cx="3416808" cy="46740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FLB 內插（非結實）</a:t>
            </a:r>
            <a:endParaRPr lang="en-US" sz="1050" dirty="0"/>
          </a:p>
        </p:txBody>
      </p:sp>
      <p:pic>
        <p:nvPicPr>
          <p:cNvPr id="27" name="Image 5" descr="formula_imgs/flb_inter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259594"/>
            <a:ext cx="3416808" cy="59255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撓曲折減 φb</a:t>
            </a:r>
            <a:endParaRPr lang="en-US" sz="1050" dirty="0"/>
          </a:p>
        </p:txBody>
      </p:sp>
      <p:pic>
        <p:nvPicPr>
          <p:cNvPr id="31" name="Image 6" descr="formula_imgs/phi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4525631"/>
            <a:ext cx="3416808" cy="64366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設計題反算 Zx</a:t>
            </a:r>
            <a:endParaRPr lang="en-US" sz="1050" dirty="0"/>
          </a:p>
        </p:txBody>
      </p:sp>
      <p:pic>
        <p:nvPicPr>
          <p:cNvPr id="35" name="Image 7" descr="formula_imgs/zx_req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5755" y="4521708"/>
            <a:ext cx="1717442" cy="65151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弱軸上限（無 LTB）</a:t>
            </a:r>
            <a:endParaRPr lang="en-US" sz="1050" dirty="0"/>
          </a:p>
        </p:txBody>
      </p:sp>
      <p:pic>
        <p:nvPicPr>
          <p:cNvPr id="39" name="Image 8" descr="formula_imgs/weak_axi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604868"/>
            <a:ext cx="3416808" cy="485191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雙向彎曲互制</a:t>
            </a:r>
            <a:endParaRPr lang="en-US" sz="1050" dirty="0"/>
          </a:p>
        </p:txBody>
      </p:sp>
      <p:pic>
        <p:nvPicPr>
          <p:cNvPr id="43" name="Image 9" descr="formula_imgs/biaxi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6639" y="5813298"/>
            <a:ext cx="2457386" cy="65151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剪力面積（全深度）</a:t>
            </a:r>
            <a:endParaRPr lang="en-US" sz="1050" dirty="0"/>
          </a:p>
        </p:txBody>
      </p:sp>
      <p:pic>
        <p:nvPicPr>
          <p:cNvPr id="47" name="Image 10" descr="formula_imgs/aw_full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6072" y="5860033"/>
            <a:ext cx="3416808" cy="558039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propped cantilever</a:t>
            </a:r>
            <a:endParaRPr lang="en-US" sz="1050" dirty="0"/>
          </a:p>
        </p:txBody>
      </p:sp>
      <p:pic>
        <p:nvPicPr>
          <p:cNvPr id="51" name="Image 11" descr="formula_imgs/wu_pro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884917"/>
            <a:ext cx="3416808" cy="50827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2／2 · 考前十分鐘只看這兩頁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🔴 流程區｜兩套分岔規則與長式子的入口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LRFD 三段分岔（零次印出）</a:t>
            </a:r>
            <a:endParaRPr lang="en-US" sz="1050" dirty="0"/>
          </a:p>
        </p:txBody>
      </p:sp>
      <p:pic>
        <p:nvPicPr>
          <p:cNvPr id="7" name="Image 0" descr="formula_imgs/lrfd_3zone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332" y="1938528"/>
            <a:ext cx="3397572" cy="1082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ASD 三段分岔（零次印出）</a:t>
            </a:r>
            <a:endParaRPr lang="en-US" sz="1050" dirty="0"/>
          </a:p>
        </p:txBody>
      </p:sp>
      <p:pic>
        <p:nvPicPr>
          <p:cNvPr id="11" name="Image 1" descr="formula_imgs/asd_3zone_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767" y="1938528"/>
            <a:ext cx="4030133" cy="1082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327660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327660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336804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Mr 與 FL（用了不給）</a:t>
            </a:r>
            <a:endParaRPr lang="en-US" sz="1050" dirty="0"/>
          </a:p>
        </p:txBody>
      </p:sp>
      <p:pic>
        <p:nvPicPr>
          <p:cNvPr id="15" name="Image 2" descr="formula_imgs/mr_f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982801"/>
            <a:ext cx="5326380" cy="43773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327660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327660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336804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Vn 首段與末段</a:t>
            </a:r>
            <a:endParaRPr lang="en-US" sz="1050" dirty="0"/>
          </a:p>
        </p:txBody>
      </p:sp>
      <p:pic>
        <p:nvPicPr>
          <p:cNvPr id="19" name="Image 3" descr="formula_imgs/vn_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891627"/>
            <a:ext cx="5326380" cy="62008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99872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99872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509016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撓度三式與 L/360</a:t>
            </a:r>
            <a:endParaRPr lang="en-US" sz="1050" dirty="0"/>
          </a:p>
        </p:txBody>
      </p:sp>
      <p:pic>
        <p:nvPicPr>
          <p:cNvPr id="23" name="Image 4" descr="formula_imgs/def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5591026"/>
            <a:ext cx="5326380" cy="66552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998720"/>
            <a:ext cx="5545836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99872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509016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虛功法與塑鉸數</a:t>
            </a:r>
            <a:endParaRPr lang="en-US" sz="1050" dirty="0"/>
          </a:p>
        </p:txBody>
      </p:sp>
      <p:pic>
        <p:nvPicPr>
          <p:cNvPr id="27" name="Image 5" descr="formula_imgs/virtual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5614257"/>
            <a:ext cx="5326380" cy="61906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SS-U1-2｜四句話帶走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U1-2 的考卷像填空題：長式子印給你，空格留在最基本的定義與最關鍵的判斷。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背誦資源押在兩處：斷面性質那五條（Mp、My、Zx、f、Sx），以及兩套三段分岔規則。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長式子（Lp、Lr、Cb、Mn 內插、Mcr）只練三件事：認得出來、代得進去、單位對。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就算有給也要會判斷 —— Cb 哪一版、表是不是誘餌、數值有沒有配方法。下一支我們處理 U1-3 梁柱。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exam-wiki-SS</dc:creator>
  <cp:lastModifiedBy>exam-wiki-SS</cp:lastModifiedBy>
  <cp:revision>1</cp:revision>
  <dcterms:created xsi:type="dcterms:W3CDTF">2026-08-09T03:57:32Z</dcterms:created>
  <dcterms:modified xsi:type="dcterms:W3CDTF">2026-08-09T03:57:32Z</dcterms:modified>
</cp:coreProperties>
</file>